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CSSE Super Student App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Andhra University - Department of CSSE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A Comprehensive Attendance &amp; Student Management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Presented by: Sampath Satya Saran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Traditional attendance systems face several challenges: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Time-consuming manual roll calls in large classes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Proxy attendance (students marking for absent friends)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No real-time analytics or early warning systems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Manual paperwork for official documents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Difficulty tracking attendance patterns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Communication gaps between faculty and students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AI-Powered Face Recognition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Custom TensorFlow.js model trained for accurate identification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Three-Portal 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17373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Dedicated portals for Faculty, HOD, and Students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Real-Time Analytics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Instant attendance statistics and alerts for low attendance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27432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Digital Letter Generation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31089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Automated bonafide, study, loan, and internship letters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Frontend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Next.js 16.2.0 (App Router)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TypeScript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Tailwind CSS 4.x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shadcn/ui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Framer Motion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Lucide Icons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AI/ML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TensorFlow.js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Teachable Machine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Face-api.js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Custom trained model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85% confidence threshold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Storage &amp; Analytics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localStorage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Vercel Analytics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Three-Portal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FACULTY PORTAL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Mark Attendance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Face Recognition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View Timetable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Create Assignments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18288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4630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HOD PORTAL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18288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Dashboard Analytics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Approve Letters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Send Alerts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Manage Timetable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1828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4630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STUDENT PORTAL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8288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View Attendance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Check Timetable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Submit Assignments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Request Letters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3333"/>
                </a:solidFill>
              </a:rPr>
              <a:t>Shared localStorage enables real-time data synchronization between all portals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AI Face Recognition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How it works: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1. Faculty selects subject and period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2. Student positions face in camera frame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3. AI model identifies the student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4. Attendance marked automatically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Technical Details: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TensorFlow.js for browser-based 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Custom Teachable Machine model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Trained on 4 individuals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85% confidence threshold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Real-time detection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7293"/>
                </a:solidFill>
              </a:rPr>
              <a:t>[INSERT SCREENSHOT: Face Recognition Page]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Assignment Management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Faculty 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Create new assignments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Set due dates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Track submissions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Mark student submissions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Edit or delete assignments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Student View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View active assignments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Check due dates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Submit assignments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View submission status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Access closed assignments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</a:rPr>
              <a:t>[INSERT SCREENSHOT: Faculty Assignments]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3840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</a:rPr>
              <a:t>[INSERT SCREENSHOT: Student Assignments]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Digital Letter Generation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Available Letters: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Bonafide Certificate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Study Certificate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Loan Estimation Letter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Internship Permission Letter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0" y="137160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Features: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Student requests via portal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HOD reviews and approves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Automatic serial number generation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Official AU watermark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Print-ready format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7293"/>
                </a:solidFill>
              </a:rPr>
              <a:t>[INSERT SCREENSHOT: Letter Approval Page]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7432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Face Recognition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AI-powered attendance with 85% accuracy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7432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Real-time Sync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Shared localStorage between portals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27432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Email Alerts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Auto-notify students &lt;75% attendance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27432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Dark/Light Mode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611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Theme toggle with system preference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27432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Responsive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251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Mobile-first design for all devices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27432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Session Timeout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892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Auto-logout for security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Project Statistics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29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Pages/Routes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4630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50+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91840" y="21945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Student Records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1371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4630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126480" y="21945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AI Model Labels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2560320" cy="1371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175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Portals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2926080"/>
            <a:ext cx="2560320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30175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6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91840" y="37490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Subjects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2926080"/>
            <a:ext cx="2560320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30175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100%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126480" y="37490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Client-Side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Future Enhancements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Database Integration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Migrate from localStorage to PostgreSQL with Supabase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Mobile App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React Native version for iOS and Android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Advanced Analytics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Predictive attendance patterns and insights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Multi-Factor Authentication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Enhanced security with OTP/Email verification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CSSE Super Student App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Developed by: Sampath Satya Saran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Andhra University - Department of CSSE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GitHub: github.com/Sampath0411/CSE-APP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CSSE Super Student App - Presentation</dc:title>
  <dc:subject>Andhra University Attendance Management System</dc:subject>
  <dc:creator>Sampath Satya Saran</dc:creator>
  <cp:lastModifiedBy>Sampath Satya Saran</cp:lastModifiedBy>
  <cp:revision>1</cp:revision>
  <dcterms:created xsi:type="dcterms:W3CDTF">2026-04-03T04:11:33Z</dcterms:created>
  <dcterms:modified xsi:type="dcterms:W3CDTF">2026-04-03T04:11:33Z</dcterms:modified>
</cp:coreProperties>
</file>